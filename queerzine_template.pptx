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9"/>
    <p:restoredTop sz="94697"/>
  </p:normalViewPr>
  <p:slideViewPr>
    <p:cSldViewPr snapToGrid="0">
      <p:cViewPr varScale="1">
        <p:scale>
          <a:sx n="105" d="100"/>
          <a:sy n="105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44371-C3E4-D942-9A3A-414829DD3A33}" type="datetimeFigureOut">
              <a:rPr lang="en-US" smtClean="0"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2514A-CA1A-B44A-B53A-A05687713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511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44371-C3E4-D942-9A3A-414829DD3A33}" type="datetimeFigureOut">
              <a:rPr lang="en-US" smtClean="0"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2514A-CA1A-B44A-B53A-A05687713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435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82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82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44371-C3E4-D942-9A3A-414829DD3A33}" type="datetimeFigureOut">
              <a:rPr lang="en-US" smtClean="0"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2514A-CA1A-B44A-B53A-A05687713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114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44371-C3E4-D942-9A3A-414829DD3A33}" type="datetimeFigureOut">
              <a:rPr lang="en-US" smtClean="0"/>
              <a:t>4/23/25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2514A-CA1A-B44A-B53A-A05687713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374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44371-C3E4-D942-9A3A-414829DD3A33}" type="datetimeFigureOut">
              <a:rPr lang="en-US" smtClean="0"/>
              <a:t>4/23/25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2514A-CA1A-B44A-B53A-A05687713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840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44371-C3E4-D942-9A3A-414829DD3A33}" type="datetimeFigureOut">
              <a:rPr lang="en-US" smtClean="0"/>
              <a:t>4/23/25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2514A-CA1A-B44A-B53A-A05687713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593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44371-C3E4-D942-9A3A-414829DD3A33}" type="datetimeFigureOut">
              <a:rPr lang="en-US" smtClean="0"/>
              <a:t>4/23/25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2514A-CA1A-B44A-B53A-A05687713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2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44371-C3E4-D942-9A3A-414829DD3A33}" type="datetimeFigureOut">
              <a:rPr lang="en-US" smtClean="0"/>
              <a:t>4/23/25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2514A-CA1A-B44A-B53A-A05687713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730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44371-C3E4-D942-9A3A-414829DD3A33}" type="datetimeFigureOut">
              <a:rPr lang="en-US" smtClean="0"/>
              <a:t>4/23/25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2514A-CA1A-B44A-B53A-A05687713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002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44371-C3E4-D942-9A3A-414829DD3A33}" type="datetimeFigureOut">
              <a:rPr lang="en-US" smtClean="0"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2514A-CA1A-B44A-B53A-A05687713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691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44371-C3E4-D942-9A3A-414829DD3A33}" type="datetimeFigureOut">
              <a:rPr lang="en-US" smtClean="0"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2514A-CA1A-B44A-B53A-A05687713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968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C44371-C3E4-D942-9A3A-414829DD3A33}" type="datetimeFigureOut">
              <a:rPr lang="en-US" smtClean="0"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82514A-CA1A-B44A-B53A-A05687713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62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A09841-5618-F34A-BE08-F6D607D4A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700"/>
            <a:ext cx="2527300" cy="3898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B4403A-7E2F-5AD3-594B-082781797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425" y="-11875"/>
            <a:ext cx="2527300" cy="3898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8728D9-9E4E-49B9-394C-0F3BAA5EE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427" y="-12700"/>
            <a:ext cx="2527300" cy="3898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76B546-C704-A311-77AB-6CCAABCB3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4852" y="-11875"/>
            <a:ext cx="2527300" cy="3898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CA2FD5-C9F2-E461-5F50-AB0A6B60F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72675"/>
            <a:ext cx="2527300" cy="3898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19B21D-280B-11C3-00FF-55AE171A1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425" y="3873500"/>
            <a:ext cx="2527300" cy="3898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3E1266-0CDC-6D37-B023-E30566AC0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427" y="3872675"/>
            <a:ext cx="2527300" cy="3898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E21B36-B5FD-60BB-D0F4-CB38A06F0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4852" y="3873500"/>
            <a:ext cx="2527300" cy="389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255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9756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Chen, Jarvis</dc:creator>
  <cp:lastModifiedBy>Chen, Jarvis</cp:lastModifiedBy>
  <cp:revision>1</cp:revision>
  <dcterms:created xsi:type="dcterms:W3CDTF">2025-04-23T19:42:39Z</dcterms:created>
  <dcterms:modified xsi:type="dcterms:W3CDTF">2025-04-30T14:19:30Z</dcterms:modified>
</cp:coreProperties>
</file>